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0" r:id="rId5"/>
    <p:sldId id="259" r:id="rId6"/>
    <p:sldId id="260" r:id="rId7"/>
    <p:sldId id="271" r:id="rId8"/>
    <p:sldId id="261" r:id="rId9"/>
    <p:sldId id="272" r:id="rId10"/>
    <p:sldId id="262" r:id="rId11"/>
    <p:sldId id="273" r:id="rId12"/>
    <p:sldId id="263" r:id="rId13"/>
    <p:sldId id="274" r:id="rId14"/>
    <p:sldId id="264" r:id="rId15"/>
    <p:sldId id="265" r:id="rId16"/>
    <p:sldId id="27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AD6DC-A07E-44FD-9EE1-608D58540304}" v="1" dt="2026-04-01T05:30:42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48" autoAdjust="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ʜʀᴜᴠ Pᴀɴᴄʜᴀʟ" userId="cea7d967434037e3" providerId="LiveId" clId="{13E9077B-89CD-42D0-84BD-35FABB068A69}"/>
    <pc:docChg chg="undo custSel addSld delSld modSld">
      <pc:chgData name="Dʜʀᴜᴠ Pᴀɴᴄʜᴀʟ" userId="cea7d967434037e3" providerId="LiveId" clId="{13E9077B-89CD-42D0-84BD-35FABB068A69}" dt="2026-04-01T05:49:04.330" v="476" actId="404"/>
      <pc:docMkLst>
        <pc:docMk/>
      </pc:docMkLst>
      <pc:sldChg chg="modSp mod">
        <pc:chgData name="Dʜʀᴜᴠ Pᴀɴᴄʜᴀʟ" userId="cea7d967434037e3" providerId="LiveId" clId="{13E9077B-89CD-42D0-84BD-35FABB068A69}" dt="2026-04-01T05:35:44.226" v="190" actId="20577"/>
        <pc:sldMkLst>
          <pc:docMk/>
          <pc:sldMk cId="3929430112" sldId="256"/>
        </pc:sldMkLst>
        <pc:spChg chg="mod">
          <ac:chgData name="Dʜʀᴜᴠ Pᴀɴᴄʜᴀʟ" userId="cea7d967434037e3" providerId="LiveId" clId="{13E9077B-89CD-42D0-84BD-35FABB068A69}" dt="2026-04-01T05:34:15.928" v="179" actId="1036"/>
          <ac:spMkLst>
            <pc:docMk/>
            <pc:sldMk cId="3929430112" sldId="256"/>
            <ac:spMk id="2" creationId="{04C2FE1C-D684-79C7-FF3B-EB4CB1284D28}"/>
          </ac:spMkLst>
        </pc:spChg>
        <pc:spChg chg="mod">
          <ac:chgData name="Dʜʀᴜᴠ Pᴀɴᴄʜᴀʟ" userId="cea7d967434037e3" providerId="LiveId" clId="{13E9077B-89CD-42D0-84BD-35FABB068A69}" dt="2026-04-01T05:35:44.226" v="190" actId="20577"/>
          <ac:spMkLst>
            <pc:docMk/>
            <pc:sldMk cId="3929430112" sldId="256"/>
            <ac:spMk id="3" creationId="{2C247FB2-619A-3FE0-663C-1A76F5632EE8}"/>
          </ac:spMkLst>
        </pc:spChg>
      </pc:sldChg>
      <pc:sldChg chg="modSp mod">
        <pc:chgData name="Dʜʀᴜᴠ Pᴀɴᴄʜᴀʟ" userId="cea7d967434037e3" providerId="LiveId" clId="{13E9077B-89CD-42D0-84BD-35FABB068A69}" dt="2026-04-01T05:37:01.642" v="191" actId="2711"/>
        <pc:sldMkLst>
          <pc:docMk/>
          <pc:sldMk cId="328144626" sldId="257"/>
        </pc:sldMkLst>
        <pc:spChg chg="mod">
          <ac:chgData name="Dʜʀᴜᴠ Pᴀɴᴄʜᴀʟ" userId="cea7d967434037e3" providerId="LiveId" clId="{13E9077B-89CD-42D0-84BD-35FABB068A69}" dt="2026-04-01T05:37:01.642" v="191" actId="2711"/>
          <ac:spMkLst>
            <pc:docMk/>
            <pc:sldMk cId="328144626" sldId="257"/>
            <ac:spMk id="2" creationId="{48EF5207-6112-AD29-3979-338A53C93B0D}"/>
          </ac:spMkLst>
        </pc:spChg>
      </pc:sldChg>
      <pc:sldChg chg="addSp delSp modSp mod">
        <pc:chgData name="Dʜʀᴜᴠ Pᴀɴᴄʜᴀʟ" userId="cea7d967434037e3" providerId="LiveId" clId="{13E9077B-89CD-42D0-84BD-35FABB068A69}" dt="2026-04-01T05:42:51.269" v="271" actId="2711"/>
        <pc:sldMkLst>
          <pc:docMk/>
          <pc:sldMk cId="2986213885" sldId="258"/>
        </pc:sldMkLst>
        <pc:spChg chg="mod">
          <ac:chgData name="Dʜʀᴜᴠ Pᴀɴᴄʜᴀʟ" userId="cea7d967434037e3" providerId="LiveId" clId="{13E9077B-89CD-42D0-84BD-35FABB068A69}" dt="2026-04-01T05:42:51.269" v="271" actId="2711"/>
          <ac:spMkLst>
            <pc:docMk/>
            <pc:sldMk cId="2986213885" sldId="258"/>
            <ac:spMk id="2" creationId="{51E60806-AB5B-7B68-3956-7BA8D7221865}"/>
          </ac:spMkLst>
        </pc:spChg>
        <pc:picChg chg="add del mod">
          <ac:chgData name="Dʜʀᴜᴠ Pᴀɴᴄʜᴀʟ" userId="cea7d967434037e3" providerId="LiveId" clId="{13E9077B-89CD-42D0-84BD-35FABB068A69}" dt="2026-04-01T05:24:37.694" v="3" actId="22"/>
          <ac:picMkLst>
            <pc:docMk/>
            <pc:sldMk cId="2986213885" sldId="258"/>
            <ac:picMk id="9" creationId="{EF2CC2F9-92C6-9274-EDA5-5E83DBB27EE5}"/>
          </ac:picMkLst>
        </pc:picChg>
      </pc:sldChg>
      <pc:sldChg chg="modSp mod">
        <pc:chgData name="Dʜʀᴜᴠ Pᴀɴᴄʜᴀʟ" userId="cea7d967434037e3" providerId="LiveId" clId="{13E9077B-89CD-42D0-84BD-35FABB068A69}" dt="2026-04-01T05:43:04.424" v="272" actId="2711"/>
        <pc:sldMkLst>
          <pc:docMk/>
          <pc:sldMk cId="851461651" sldId="259"/>
        </pc:sldMkLst>
        <pc:spChg chg="mod">
          <ac:chgData name="Dʜʀᴜᴠ Pᴀɴᴄʜᴀʟ" userId="cea7d967434037e3" providerId="LiveId" clId="{13E9077B-89CD-42D0-84BD-35FABB068A69}" dt="2026-04-01T05:43:04.424" v="272" actId="2711"/>
          <ac:spMkLst>
            <pc:docMk/>
            <pc:sldMk cId="851461651" sldId="259"/>
            <ac:spMk id="2" creationId="{24BDD12C-BB6F-DA78-51BC-FE8B1F0ABEED}"/>
          </ac:spMkLst>
        </pc:spChg>
      </pc:sldChg>
      <pc:sldChg chg="modSp mod">
        <pc:chgData name="Dʜʀᴜᴠ Pᴀɴᴄʜᴀʟ" userId="cea7d967434037e3" providerId="LiveId" clId="{13E9077B-89CD-42D0-84BD-35FABB068A69}" dt="2026-04-01T05:43:10.300" v="273" actId="2711"/>
        <pc:sldMkLst>
          <pc:docMk/>
          <pc:sldMk cId="1490651970" sldId="260"/>
        </pc:sldMkLst>
        <pc:spChg chg="mod">
          <ac:chgData name="Dʜʀᴜᴠ Pᴀɴᴄʜᴀʟ" userId="cea7d967434037e3" providerId="LiveId" clId="{13E9077B-89CD-42D0-84BD-35FABB068A69}" dt="2026-04-01T05:43:10.300" v="273" actId="2711"/>
          <ac:spMkLst>
            <pc:docMk/>
            <pc:sldMk cId="1490651970" sldId="260"/>
            <ac:spMk id="2" creationId="{F5D49E99-AAEB-37B9-A6D1-A5B8F3CC068E}"/>
          </ac:spMkLst>
        </pc:spChg>
        <pc:spChg chg="mod">
          <ac:chgData name="Dʜʀᴜᴠ Pᴀɴᴄʜᴀʟ" userId="cea7d967434037e3" providerId="LiveId" clId="{13E9077B-89CD-42D0-84BD-35FABB068A69}" dt="2026-04-01T05:25:26.460" v="35" actId="20577"/>
          <ac:spMkLst>
            <pc:docMk/>
            <pc:sldMk cId="1490651970" sldId="260"/>
            <ac:spMk id="3" creationId="{8F919D58-CFFF-DDF3-96BD-7B4E3C91A534}"/>
          </ac:spMkLst>
        </pc:spChg>
      </pc:sldChg>
      <pc:sldChg chg="modSp mod">
        <pc:chgData name="Dʜʀᴜᴠ Pᴀɴᴄʜᴀʟ" userId="cea7d967434037e3" providerId="LiveId" clId="{13E9077B-89CD-42D0-84BD-35FABB068A69}" dt="2026-04-01T05:43:18.635" v="274" actId="2711"/>
        <pc:sldMkLst>
          <pc:docMk/>
          <pc:sldMk cId="2293531431" sldId="261"/>
        </pc:sldMkLst>
        <pc:spChg chg="mod">
          <ac:chgData name="Dʜʀᴜᴠ Pᴀɴᴄʜᴀʟ" userId="cea7d967434037e3" providerId="LiveId" clId="{13E9077B-89CD-42D0-84BD-35FABB068A69}" dt="2026-04-01T05:43:18.635" v="274" actId="2711"/>
          <ac:spMkLst>
            <pc:docMk/>
            <pc:sldMk cId="2293531431" sldId="261"/>
            <ac:spMk id="2" creationId="{F70F7FB0-038C-6F04-7D44-64751C27CCCC}"/>
          </ac:spMkLst>
        </pc:spChg>
        <pc:spChg chg="mod">
          <ac:chgData name="Dʜʀᴜᴠ Pᴀɴᴄʜᴀʟ" userId="cea7d967434037e3" providerId="LiveId" clId="{13E9077B-89CD-42D0-84BD-35FABB068A69}" dt="2026-04-01T05:27:55.454" v="58" actId="20577"/>
          <ac:spMkLst>
            <pc:docMk/>
            <pc:sldMk cId="2293531431" sldId="261"/>
            <ac:spMk id="3" creationId="{B575478D-87B6-A5AA-7BD9-B41F6DF0AB1D}"/>
          </ac:spMkLst>
        </pc:spChg>
      </pc:sldChg>
      <pc:sldChg chg="modSp mod">
        <pc:chgData name="Dʜʀᴜᴠ Pᴀɴᴄʜᴀʟ" userId="cea7d967434037e3" providerId="LiveId" clId="{13E9077B-89CD-42D0-84BD-35FABB068A69}" dt="2026-04-01T05:37:17.339" v="192" actId="2711"/>
        <pc:sldMkLst>
          <pc:docMk/>
          <pc:sldMk cId="3610107261" sldId="262"/>
        </pc:sldMkLst>
        <pc:spChg chg="mod">
          <ac:chgData name="Dʜʀᴜᴠ Pᴀɴᴄʜᴀʟ" userId="cea7d967434037e3" providerId="LiveId" clId="{13E9077B-89CD-42D0-84BD-35FABB068A69}" dt="2026-04-01T05:37:17.339" v="192" actId="2711"/>
          <ac:spMkLst>
            <pc:docMk/>
            <pc:sldMk cId="3610107261" sldId="262"/>
            <ac:spMk id="2" creationId="{B888DD6E-7EBD-F40F-BEA6-B164B4A16794}"/>
          </ac:spMkLst>
        </pc:spChg>
        <pc:spChg chg="mod">
          <ac:chgData name="Dʜʀᴜᴠ Pᴀɴᴄʜᴀʟ" userId="cea7d967434037e3" providerId="LiveId" clId="{13E9077B-89CD-42D0-84BD-35FABB068A69}" dt="2026-04-01T05:30:03.079" v="87" actId="20577"/>
          <ac:spMkLst>
            <pc:docMk/>
            <pc:sldMk cId="3610107261" sldId="262"/>
            <ac:spMk id="3" creationId="{39817C98-CEBA-3DD5-2F4F-871A9C7A21E2}"/>
          </ac:spMkLst>
        </pc:spChg>
      </pc:sldChg>
      <pc:sldChg chg="modSp mod">
        <pc:chgData name="Dʜʀᴜᴠ Pᴀɴᴄʜᴀʟ" userId="cea7d967434037e3" providerId="LiveId" clId="{13E9077B-89CD-42D0-84BD-35FABB068A69}" dt="2026-04-01T05:37:25.888" v="193" actId="2711"/>
        <pc:sldMkLst>
          <pc:docMk/>
          <pc:sldMk cId="4054687916" sldId="263"/>
        </pc:sldMkLst>
        <pc:spChg chg="mod">
          <ac:chgData name="Dʜʀᴜᴠ Pᴀɴᴄʜᴀʟ" userId="cea7d967434037e3" providerId="LiveId" clId="{13E9077B-89CD-42D0-84BD-35FABB068A69}" dt="2026-04-01T05:37:25.888" v="193" actId="2711"/>
          <ac:spMkLst>
            <pc:docMk/>
            <pc:sldMk cId="4054687916" sldId="263"/>
            <ac:spMk id="2" creationId="{416130B8-11C2-C366-7D69-D94CAF0E9F2D}"/>
          </ac:spMkLst>
        </pc:spChg>
      </pc:sldChg>
      <pc:sldChg chg="modSp mod">
        <pc:chgData name="Dʜʀᴜᴠ Pᴀɴᴄʜᴀʟ" userId="cea7d967434037e3" providerId="LiveId" clId="{13E9077B-89CD-42D0-84BD-35FABB068A69}" dt="2026-04-01T05:37:33.356" v="194" actId="2711"/>
        <pc:sldMkLst>
          <pc:docMk/>
          <pc:sldMk cId="791999948" sldId="264"/>
        </pc:sldMkLst>
        <pc:spChg chg="mod">
          <ac:chgData name="Dʜʀᴜᴠ Pᴀɴᴄʜᴀʟ" userId="cea7d967434037e3" providerId="LiveId" clId="{13E9077B-89CD-42D0-84BD-35FABB068A69}" dt="2026-04-01T05:37:33.356" v="194" actId="2711"/>
          <ac:spMkLst>
            <pc:docMk/>
            <pc:sldMk cId="791999948" sldId="264"/>
            <ac:spMk id="2" creationId="{F6E926D1-2668-BBBC-27B3-D6E0B44C4792}"/>
          </ac:spMkLst>
        </pc:spChg>
      </pc:sldChg>
      <pc:sldChg chg="modSp mod">
        <pc:chgData name="Dʜʀᴜᴠ Pᴀɴᴄʜᴀʟ" userId="cea7d967434037e3" providerId="LiveId" clId="{13E9077B-89CD-42D0-84BD-35FABB068A69}" dt="2026-04-01T05:38:14.933" v="221" actId="2711"/>
        <pc:sldMkLst>
          <pc:docMk/>
          <pc:sldMk cId="2088879789" sldId="265"/>
        </pc:sldMkLst>
        <pc:spChg chg="mod">
          <ac:chgData name="Dʜʀᴜᴠ Pᴀɴᴄʜᴀʟ" userId="cea7d967434037e3" providerId="LiveId" clId="{13E9077B-89CD-42D0-84BD-35FABB068A69}" dt="2026-04-01T05:37:41.841" v="195" actId="2711"/>
          <ac:spMkLst>
            <pc:docMk/>
            <pc:sldMk cId="2088879789" sldId="265"/>
            <ac:spMk id="2" creationId="{7777D40B-D792-5F84-784C-CC9FC3EFA91A}"/>
          </ac:spMkLst>
        </pc:spChg>
        <pc:spChg chg="mod">
          <ac:chgData name="Dʜʀᴜᴠ Pᴀɴᴄʜᴀʟ" userId="cea7d967434037e3" providerId="LiveId" clId="{13E9077B-89CD-42D0-84BD-35FABB068A69}" dt="2026-04-01T05:38:14.933" v="221" actId="2711"/>
          <ac:spMkLst>
            <pc:docMk/>
            <pc:sldMk cId="2088879789" sldId="265"/>
            <ac:spMk id="3" creationId="{353018C2-7DC2-0917-221E-EE8B14DE6A3E}"/>
          </ac:spMkLst>
        </pc:spChg>
      </pc:sldChg>
      <pc:sldChg chg="modSp mod">
        <pc:chgData name="Dʜʀᴜᴠ Pᴀɴᴄʜᴀʟ" userId="cea7d967434037e3" providerId="LiveId" clId="{13E9077B-89CD-42D0-84BD-35FABB068A69}" dt="2026-04-01T05:49:04.330" v="476" actId="404"/>
        <pc:sldMkLst>
          <pc:docMk/>
          <pc:sldMk cId="3484882536" sldId="266"/>
        </pc:sldMkLst>
        <pc:spChg chg="mod">
          <ac:chgData name="Dʜʀᴜᴠ Pᴀɴᴄʜᴀʟ" userId="cea7d967434037e3" providerId="LiveId" clId="{13E9077B-89CD-42D0-84BD-35FABB068A69}" dt="2026-04-01T05:41:19.899" v="237" actId="2711"/>
          <ac:spMkLst>
            <pc:docMk/>
            <pc:sldMk cId="3484882536" sldId="266"/>
            <ac:spMk id="2" creationId="{4C4A24A1-36D7-03DD-3BC8-5E68FB32ACD0}"/>
          </ac:spMkLst>
        </pc:spChg>
        <pc:spChg chg="mod">
          <ac:chgData name="Dʜʀᴜᴠ Pᴀɴᴄʜᴀʟ" userId="cea7d967434037e3" providerId="LiveId" clId="{13E9077B-89CD-42D0-84BD-35FABB068A69}" dt="2026-04-01T05:49:04.330" v="476" actId="404"/>
          <ac:spMkLst>
            <pc:docMk/>
            <pc:sldMk cId="3484882536" sldId="266"/>
            <ac:spMk id="3" creationId="{23A86BD3-6674-6B0C-FB3C-4AA6D54E88B1}"/>
          </ac:spMkLst>
        </pc:spChg>
      </pc:sldChg>
      <pc:sldChg chg="modSp mod">
        <pc:chgData name="Dʜʀᴜᴠ Pᴀɴᴄʜᴀʟ" userId="cea7d967434037e3" providerId="LiveId" clId="{13E9077B-89CD-42D0-84BD-35FABB068A69}" dt="2026-04-01T05:45:24.386" v="316" actId="403"/>
        <pc:sldMkLst>
          <pc:docMk/>
          <pc:sldMk cId="1024217138" sldId="267"/>
        </pc:sldMkLst>
        <pc:spChg chg="mod">
          <ac:chgData name="Dʜʀᴜᴠ Pᴀɴᴄʜᴀʟ" userId="cea7d967434037e3" providerId="LiveId" clId="{13E9077B-89CD-42D0-84BD-35FABB068A69}" dt="2026-04-01T05:41:47.895" v="247" actId="2711"/>
          <ac:spMkLst>
            <pc:docMk/>
            <pc:sldMk cId="1024217138" sldId="267"/>
            <ac:spMk id="2" creationId="{442A384A-87E8-6CCF-84A4-78FD85BABFD0}"/>
          </ac:spMkLst>
        </pc:spChg>
        <pc:spChg chg="mod">
          <ac:chgData name="Dʜʀᴜᴠ Pᴀɴᴄʜᴀʟ" userId="cea7d967434037e3" providerId="LiveId" clId="{13E9077B-89CD-42D0-84BD-35FABB068A69}" dt="2026-04-01T05:45:24.386" v="316" actId="403"/>
          <ac:spMkLst>
            <pc:docMk/>
            <pc:sldMk cId="1024217138" sldId="267"/>
            <ac:spMk id="3" creationId="{0D1FF2CD-5975-1A23-45DE-95B1B946C057}"/>
          </ac:spMkLst>
        </pc:spChg>
      </pc:sldChg>
      <pc:sldChg chg="modSp mod">
        <pc:chgData name="Dʜʀᴜᴠ Pᴀɴᴄʜᴀʟ" userId="cea7d967434037e3" providerId="LiveId" clId="{13E9077B-89CD-42D0-84BD-35FABB068A69}" dt="2026-04-01T05:44:53.141" v="306" actId="404"/>
        <pc:sldMkLst>
          <pc:docMk/>
          <pc:sldMk cId="4115698298" sldId="268"/>
        </pc:sldMkLst>
        <pc:spChg chg="mod">
          <ac:chgData name="Dʜʀᴜᴠ Pᴀɴᴄʜᴀʟ" userId="cea7d967434037e3" providerId="LiveId" clId="{13E9077B-89CD-42D0-84BD-35FABB068A69}" dt="2026-04-01T05:43:28.612" v="275" actId="2711"/>
          <ac:spMkLst>
            <pc:docMk/>
            <pc:sldMk cId="4115698298" sldId="268"/>
            <ac:spMk id="2" creationId="{00720646-28CF-AE7D-6F71-14FA303DDCD6}"/>
          </ac:spMkLst>
        </pc:spChg>
        <pc:spChg chg="mod">
          <ac:chgData name="Dʜʀᴜᴠ Pᴀɴᴄʜᴀʟ" userId="cea7d967434037e3" providerId="LiveId" clId="{13E9077B-89CD-42D0-84BD-35FABB068A69}" dt="2026-04-01T05:44:53.141" v="306" actId="404"/>
          <ac:spMkLst>
            <pc:docMk/>
            <pc:sldMk cId="4115698298" sldId="268"/>
            <ac:spMk id="3" creationId="{3A8133E2-402F-6DE2-9020-6D482F628E80}"/>
          </ac:spMkLst>
        </pc:spChg>
      </pc:sldChg>
      <pc:sldChg chg="modSp mod">
        <pc:chgData name="Dʜʀᴜᴠ Pᴀɴᴄʜᴀʟ" userId="cea7d967434037e3" providerId="LiveId" clId="{13E9077B-89CD-42D0-84BD-35FABB068A69}" dt="2026-04-01T05:32:31.280" v="134" actId="207"/>
        <pc:sldMkLst>
          <pc:docMk/>
          <pc:sldMk cId="3878626284" sldId="269"/>
        </pc:sldMkLst>
        <pc:spChg chg="mod">
          <ac:chgData name="Dʜʀᴜᴠ Pᴀɴᴄʜᴀʟ" userId="cea7d967434037e3" providerId="LiveId" clId="{13E9077B-89CD-42D0-84BD-35FABB068A69}" dt="2026-04-01T05:32:31.280" v="134" actId="207"/>
          <ac:spMkLst>
            <pc:docMk/>
            <pc:sldMk cId="3878626284" sldId="269"/>
            <ac:spMk id="2" creationId="{126D13D5-9403-0E66-6CF1-35ED997B2642}"/>
          </ac:spMkLst>
        </pc:spChg>
      </pc:sldChg>
      <pc:sldChg chg="addSp modSp new mod">
        <pc:chgData name="Dʜʀᴜᴠ Pᴀɴᴄʜᴀʟ" userId="cea7d967434037e3" providerId="LiveId" clId="{13E9077B-89CD-42D0-84BD-35FABB068A69}" dt="2026-04-01T05:24:44.966" v="6" actId="1036"/>
        <pc:sldMkLst>
          <pc:docMk/>
          <pc:sldMk cId="1355990502" sldId="270"/>
        </pc:sldMkLst>
        <pc:picChg chg="add mod">
          <ac:chgData name="Dʜʀᴜᴠ Pᴀɴᴄʜᴀʟ" userId="cea7d967434037e3" providerId="LiveId" clId="{13E9077B-89CD-42D0-84BD-35FABB068A69}" dt="2026-04-01T05:24:44.966" v="6" actId="1036"/>
          <ac:picMkLst>
            <pc:docMk/>
            <pc:sldMk cId="1355990502" sldId="270"/>
            <ac:picMk id="5" creationId="{AAF0739A-0AFF-0540-E340-02C2A23CA872}"/>
          </ac:picMkLst>
        </pc:picChg>
      </pc:sldChg>
      <pc:sldChg chg="addSp modSp new mod">
        <pc:chgData name="Dʜʀᴜᴠ Pᴀɴᴄʜᴀʟ" userId="cea7d967434037e3" providerId="LiveId" clId="{13E9077B-89CD-42D0-84BD-35FABB068A69}" dt="2026-04-01T05:25:59.256" v="41" actId="14100"/>
        <pc:sldMkLst>
          <pc:docMk/>
          <pc:sldMk cId="2351776977" sldId="271"/>
        </pc:sldMkLst>
        <pc:spChg chg="mod">
          <ac:chgData name="Dʜʀᴜᴠ Pᴀɴᴄʜᴀʟ" userId="cea7d967434037e3" providerId="LiveId" clId="{13E9077B-89CD-42D0-84BD-35FABB068A69}" dt="2026-04-01T05:25:34.754" v="36" actId="1076"/>
          <ac:spMkLst>
            <pc:docMk/>
            <pc:sldMk cId="2351776977" sldId="271"/>
            <ac:spMk id="2" creationId="{9054F383-3DC9-ADA5-FD77-6D83D6BEE8C8}"/>
          </ac:spMkLst>
        </pc:spChg>
        <pc:picChg chg="add mod">
          <ac:chgData name="Dʜʀᴜᴠ Pᴀɴᴄʜᴀʟ" userId="cea7d967434037e3" providerId="LiveId" clId="{13E9077B-89CD-42D0-84BD-35FABB068A69}" dt="2026-04-01T05:25:59.256" v="41" actId="14100"/>
          <ac:picMkLst>
            <pc:docMk/>
            <pc:sldMk cId="2351776977" sldId="271"/>
            <ac:picMk id="5" creationId="{25FB3EC3-6B2F-C6EE-3DAC-A3636B79D790}"/>
          </ac:picMkLst>
        </pc:picChg>
      </pc:sldChg>
      <pc:sldChg chg="addSp delSp modSp new mod">
        <pc:chgData name="Dʜʀᴜᴠ Pᴀɴᴄʜᴀʟ" userId="cea7d967434037e3" providerId="LiveId" clId="{13E9077B-89CD-42D0-84BD-35FABB068A69}" dt="2026-04-01T05:28:56.207" v="73" actId="1036"/>
        <pc:sldMkLst>
          <pc:docMk/>
          <pc:sldMk cId="2738420312" sldId="272"/>
        </pc:sldMkLst>
        <pc:picChg chg="add del mod">
          <ac:chgData name="Dʜʀᴜᴠ Pᴀɴᴄʜᴀʟ" userId="cea7d967434037e3" providerId="LiveId" clId="{13E9077B-89CD-42D0-84BD-35FABB068A69}" dt="2026-04-01T05:28:36.702" v="65" actId="478"/>
          <ac:picMkLst>
            <pc:docMk/>
            <pc:sldMk cId="2738420312" sldId="272"/>
            <ac:picMk id="5" creationId="{D5D198E4-F188-DFFE-9EDD-442FC12DA280}"/>
          </ac:picMkLst>
        </pc:picChg>
        <pc:picChg chg="add mod">
          <ac:chgData name="Dʜʀᴜᴠ Pᴀɴᴄʜᴀʟ" userId="cea7d967434037e3" providerId="LiveId" clId="{13E9077B-89CD-42D0-84BD-35FABB068A69}" dt="2026-04-01T05:28:56.207" v="73" actId="1036"/>
          <ac:picMkLst>
            <pc:docMk/>
            <pc:sldMk cId="2738420312" sldId="272"/>
            <ac:picMk id="7" creationId="{0F852C72-BA60-CAE7-988F-4F59688D9DC2}"/>
          </ac:picMkLst>
        </pc:picChg>
      </pc:sldChg>
      <pc:sldChg chg="addSp delSp modSp new mod">
        <pc:chgData name="Dʜʀᴜᴠ Pᴀɴᴄʜᴀʟ" userId="cea7d967434037e3" providerId="LiveId" clId="{13E9077B-89CD-42D0-84BD-35FABB068A69}" dt="2026-04-01T05:31:34.775" v="99" actId="1035"/>
        <pc:sldMkLst>
          <pc:docMk/>
          <pc:sldMk cId="1749962895" sldId="273"/>
        </pc:sldMkLst>
        <pc:picChg chg="add del mod">
          <ac:chgData name="Dʜʀᴜᴠ Pᴀɴᴄʜᴀʟ" userId="cea7d967434037e3" providerId="LiveId" clId="{13E9077B-89CD-42D0-84BD-35FABB068A69}" dt="2026-04-01T05:30:36.310" v="92" actId="21"/>
          <ac:picMkLst>
            <pc:docMk/>
            <pc:sldMk cId="1749962895" sldId="273"/>
            <ac:picMk id="5" creationId="{E16515E6-63B7-FF50-F7A9-B36B74A777DB}"/>
          </ac:picMkLst>
        </pc:picChg>
        <pc:picChg chg="add mod">
          <ac:chgData name="Dʜʀᴜᴠ Pᴀɴᴄʜᴀʟ" userId="cea7d967434037e3" providerId="LiveId" clId="{13E9077B-89CD-42D0-84BD-35FABB068A69}" dt="2026-04-01T05:31:34.775" v="99" actId="1035"/>
          <ac:picMkLst>
            <pc:docMk/>
            <pc:sldMk cId="1749962895" sldId="273"/>
            <ac:picMk id="7" creationId="{EADA4E42-9ACE-42E1-9462-ED94FAFDE22A}"/>
          </ac:picMkLst>
        </pc:picChg>
      </pc:sldChg>
      <pc:sldChg chg="addSp modSp new">
        <pc:chgData name="Dʜʀᴜᴠ Pᴀɴᴄʜᴀʟ" userId="cea7d967434037e3" providerId="LiveId" clId="{13E9077B-89CD-42D0-84BD-35FABB068A69}" dt="2026-04-01T05:30:42.378" v="94"/>
        <pc:sldMkLst>
          <pc:docMk/>
          <pc:sldMk cId="4220571800" sldId="274"/>
        </pc:sldMkLst>
        <pc:picChg chg="add mod">
          <ac:chgData name="Dʜʀᴜᴠ Pᴀɴᴄʜᴀʟ" userId="cea7d967434037e3" providerId="LiveId" clId="{13E9077B-89CD-42D0-84BD-35FABB068A69}" dt="2026-04-01T05:30:42.378" v="94"/>
          <ac:picMkLst>
            <pc:docMk/>
            <pc:sldMk cId="4220571800" sldId="274"/>
            <ac:picMk id="5" creationId="{E16515E6-63B7-FF50-F7A9-B36B74A777DB}"/>
          </ac:picMkLst>
        </pc:picChg>
      </pc:sldChg>
      <pc:sldChg chg="addSp delSp modSp new del mod">
        <pc:chgData name="Dʜʀᴜᴠ Pᴀɴᴄʜᴀʟ" userId="cea7d967434037e3" providerId="LiveId" clId="{13E9077B-89CD-42D0-84BD-35FABB068A69}" dt="2026-04-01T05:41:02.597" v="232" actId="47"/>
        <pc:sldMkLst>
          <pc:docMk/>
          <pc:sldMk cId="2644057292" sldId="275"/>
        </pc:sldMkLst>
        <pc:picChg chg="add del mod">
          <ac:chgData name="Dʜʀᴜᴠ Pᴀɴᴄʜᴀʟ" userId="cea7d967434037e3" providerId="LiveId" clId="{13E9077B-89CD-42D0-84BD-35FABB068A69}" dt="2026-04-01T05:40:59.682" v="231" actId="478"/>
          <ac:picMkLst>
            <pc:docMk/>
            <pc:sldMk cId="2644057292" sldId="275"/>
            <ac:picMk id="5" creationId="{A929C014-E497-4A1F-0106-0BC14288BA31}"/>
          </ac:picMkLst>
        </pc:picChg>
        <pc:picChg chg="add del mod">
          <ac:chgData name="Dʜʀᴜᴠ Pᴀɴᴄʜᴀʟ" userId="cea7d967434037e3" providerId="LiveId" clId="{13E9077B-89CD-42D0-84BD-35FABB068A69}" dt="2026-04-01T05:40:08.192" v="229" actId="478"/>
          <ac:picMkLst>
            <pc:docMk/>
            <pc:sldMk cId="2644057292" sldId="275"/>
            <ac:picMk id="7" creationId="{DE4E3C0F-B6EA-A787-4420-0B5B0D149559}"/>
          </ac:picMkLst>
        </pc:picChg>
      </pc:sldChg>
      <pc:sldChg chg="addSp delSp new mod">
        <pc:chgData name="Dʜʀᴜᴠ Pᴀɴᴄʜᴀʟ" userId="cea7d967434037e3" providerId="LiveId" clId="{13E9077B-89CD-42D0-84BD-35FABB068A69}" dt="2026-04-01T05:41:12.787" v="236" actId="22"/>
        <pc:sldMkLst>
          <pc:docMk/>
          <pc:sldMk cId="3333003589" sldId="275"/>
        </pc:sldMkLst>
        <pc:picChg chg="add del">
          <ac:chgData name="Dʜʀᴜᴠ Pᴀɴᴄʜᴀʟ" userId="cea7d967434037e3" providerId="LiveId" clId="{13E9077B-89CD-42D0-84BD-35FABB068A69}" dt="2026-04-01T05:41:10.335" v="235" actId="22"/>
          <ac:picMkLst>
            <pc:docMk/>
            <pc:sldMk cId="3333003589" sldId="275"/>
            <ac:picMk id="3" creationId="{C1A8986D-1012-2D14-EE28-33D5FFEB10C5}"/>
          </ac:picMkLst>
        </pc:picChg>
        <pc:picChg chg="add">
          <ac:chgData name="Dʜʀᴜᴠ Pᴀɴᴄʜᴀʟ" userId="cea7d967434037e3" providerId="LiveId" clId="{13E9077B-89CD-42D0-84BD-35FABB068A69}" dt="2026-04-01T05:41:12.787" v="236" actId="22"/>
          <ac:picMkLst>
            <pc:docMk/>
            <pc:sldMk cId="3333003589" sldId="275"/>
            <ac:picMk id="5" creationId="{8B0246E9-F758-7BBE-61E9-7B118C5C57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E479F-F004-49CB-895E-D4DEF63CD0D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4DC48-4958-4F89-A9DF-578EA7C9F0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00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4DC48-4958-4F89-A9DF-578EA7C9F09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703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F06C-FBC0-293D-BA4B-F90FDD602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47682-3A9B-04EB-5749-C62198DF8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27242-A66D-A9F1-F1D8-EBE3E689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6870E-FFC8-806A-603C-F1899102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38528-612E-F7F5-35C6-E169D170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77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C464-C27B-0089-23A8-DF8D2D4A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A167-8514-5702-E4D1-C83A315D7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2EA5-7C80-8D53-B6E3-D2F7B49C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FB82A-3C4D-FDCA-CAFF-C5FE0FE7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DACA5-6BCF-7AF5-802D-47A5BF87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9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9D8D6-680A-C8A6-9FC0-5A765F999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664-2F3E-DDC0-E3FC-D0978975D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C3D61-27C5-2BDB-3D55-CCFD1BDC4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7E13F-D246-A147-172B-9164B0DA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86F43-721F-2CDA-AF44-4988E286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44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232E6-579D-1CFE-BA91-58DE7DBB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4132-B6C6-5EF1-A83C-3962A7A18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81AAE-801A-EA96-702C-D9842B618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E1F8C-B909-37AA-835A-A7C8B8D6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F7445-72C3-5596-461D-C60D7253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7B170-0A76-2EB7-C972-E166C951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10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4F5A-5CC4-D94D-3775-0FE26857A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5D595-FDB4-1F16-4E3E-78AF5BEB5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B7447-439F-83DC-B25C-446A58866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B4204-F14C-14B6-F37D-DE32F72F7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EBDBF-7CE6-8428-91A1-605F7B2CC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2B10C-6920-8092-4EDB-82DE5FC8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3E648-E574-7F10-DCA6-1C656BD8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995C9-86DD-2931-5990-D60DF7FA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104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69D75-E53C-32BC-1CE5-5AD697330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50447-A3AC-D54E-2D04-480497DD8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2F833-4B4A-E5C3-4EF6-166866C4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4AC91-2711-64D9-C4AA-5F502314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93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A5B1F-ABF4-0D9A-C41C-9B916349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B372C-BB30-11D1-7DC5-417916BBD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1AB3A-BA4B-60A5-2125-B1D9388FA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805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F4F1-C403-BEDE-BF51-D2340CA0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B633-0077-5DE3-3DEA-DBB5DFE80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33C50-01E6-3336-01A1-2E7D5519E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C9E83-8DD7-F9DE-34EC-7F010B5F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C34E-3114-1CDB-48C3-9D1EB22C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88F3E-FA1D-54D1-D6EA-0DBF0A38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29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4523-F98C-CCC9-1D13-DE937FC1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E99593-0659-8583-6868-69B2BE20B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8C3C7-346B-68B9-02AC-4DA65108F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9D870-EF95-93C7-CA5C-D10E50BA4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E85AA-584F-72A6-21D3-9D947415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408B3-81FC-B0E8-0050-A81E24F7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57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F1470-75AB-9692-F344-06D175BE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14D1E-C0E3-D189-8AE4-A41CE7288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88DB5-D3F2-B497-F9EF-5E9E6BCE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3C93A-B70D-68E3-99A2-0E9CC295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85F12-2223-38E7-0C6B-885F7D99C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1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A07BA-D4E8-0490-DE54-C8A36C59E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586C7-6829-EA2C-5163-5500C2079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58B21-E12D-AEF5-0DCB-70BE52DCA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06146-574A-6288-C3F8-5609E313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12E43-DFCC-CC82-831D-C460B6C9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211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890D0-9793-EA94-52CA-1B2DF442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5E3D6-272A-76A1-9EE7-2D2CC8EB3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A8C63-8752-B29F-3D24-1B9AC4AEC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C7D9D-486E-7450-1778-FEE6C6F6A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17448-C00E-D94A-B5FE-926C46A0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55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F91DB0-6613-1C8F-D323-BFAB70BE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054F0-666D-11E8-64FB-8D5D353B3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4E6AE-3F5A-6D5B-727B-29B4475ED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F9A1E-858D-443A-9F53-8C5D27791DBE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24E10-68FB-C59F-452F-EACA229EA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F233D-F59B-D2D0-2BCB-B9E4E7173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104A7-E5F1-437D-8242-1726EB39F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6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FE1C-D684-79C7-FF3B-EB4CB1284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718" y="1606434"/>
            <a:ext cx="10793690" cy="104014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Copperplate Gothic Light" panose="020E0507020206020404" pitchFamily="34" charset="0"/>
              </a:rPr>
              <a:t>Comfort Furniture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47FB2-619A-3FE0-663C-1A76F5632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836" y="3602038"/>
            <a:ext cx="9037163" cy="230856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A Full-Stack Web Development Project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Dhruv Panchal | Dev Patel | Devansh Makwana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Date: April 01, 2026</a:t>
            </a:r>
            <a:endParaRPr lang="en-IN" sz="20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430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5207-6112-AD29-3979-338A53C9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B7CD8-8816-9C6F-E7AB-1DC0F7F35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OBJECTIVE:</a:t>
            </a:r>
          </a:p>
          <a:p>
            <a:r>
              <a:rPr lang="en-IN" dirty="0"/>
              <a:t>To design and develop a fully functional, responsive e-commerce website for 'Comfort Furniture.'</a:t>
            </a:r>
          </a:p>
          <a:p>
            <a:endParaRPr lang="en-IN" dirty="0"/>
          </a:p>
          <a:p>
            <a:r>
              <a:rPr lang="en-IN" dirty="0"/>
              <a:t>KEY FEATURES:</a:t>
            </a:r>
          </a:p>
          <a:p>
            <a:r>
              <a:rPr lang="en-IN" dirty="0"/>
              <a:t>Responsive Design</a:t>
            </a:r>
          </a:p>
          <a:p>
            <a:r>
              <a:rPr lang="en-IN" dirty="0"/>
              <a:t>User Interaction (Alerts, Prompts, Confirm)</a:t>
            </a:r>
          </a:p>
          <a:p>
            <a:r>
              <a:rPr lang="en-IN" dirty="0"/>
              <a:t>Consistent Navigation Bar</a:t>
            </a:r>
          </a:p>
          <a:p>
            <a:r>
              <a:rPr lang="en-IN" dirty="0"/>
              <a:t>5 Core Pages (Home, About, Contact, Login, Register)</a:t>
            </a:r>
          </a:p>
          <a:p>
            <a:endParaRPr lang="en-IN" dirty="0"/>
          </a:p>
          <a:p>
            <a:r>
              <a:rPr lang="en-IN" dirty="0"/>
              <a:t>TECHNOLOGIES:</a:t>
            </a:r>
          </a:p>
          <a:p>
            <a:r>
              <a:rPr lang="en-IN" dirty="0"/>
              <a:t>HTML5 | CSS3 | JavaScript | Bootstrap 4.5 | Google Fonts</a:t>
            </a:r>
          </a:p>
        </p:txBody>
      </p:sp>
    </p:spTree>
    <p:extLst>
      <p:ext uri="{BB962C8B-B14F-4D97-AF65-F5344CB8AC3E}">
        <p14:creationId xmlns:p14="http://schemas.microsoft.com/office/powerpoint/2010/main" val="32814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0806-AB5B-7B68-3956-7BA8D722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Home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306EC-AB77-4F95-338E-7B6602D39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Landing Page Design</a:t>
            </a:r>
          </a:p>
          <a:p>
            <a:endParaRPr lang="en-IN" dirty="0"/>
          </a:p>
          <a:p>
            <a:r>
              <a:rPr lang="en-IN" dirty="0"/>
              <a:t>HERO SECTION:</a:t>
            </a:r>
          </a:p>
          <a:p>
            <a:r>
              <a:rPr lang="en-IN" dirty="0"/>
              <a:t>Welcome banner with call-to-action button</a:t>
            </a:r>
          </a:p>
          <a:p>
            <a:r>
              <a:rPr lang="en-IN" dirty="0"/>
              <a:t>'Check Special Offer' triggers discount prompt</a:t>
            </a:r>
          </a:p>
          <a:p>
            <a:endParaRPr lang="en-IN" dirty="0"/>
          </a:p>
          <a:p>
            <a:r>
              <a:rPr lang="en-IN" dirty="0"/>
              <a:t>PRODUCT SHOWCASE:</a:t>
            </a:r>
          </a:p>
          <a:p>
            <a:r>
              <a:rPr lang="en-IN" dirty="0"/>
              <a:t>3 product cards in responsive grid</a:t>
            </a:r>
          </a:p>
          <a:p>
            <a:r>
              <a:rPr lang="en-IN" dirty="0"/>
              <a:t>Modern Sofa ($599) | Office Chair ($199) | Dining Table ($399) </a:t>
            </a:r>
          </a:p>
        </p:txBody>
      </p:sp>
    </p:spTree>
    <p:extLst>
      <p:ext uri="{BB962C8B-B14F-4D97-AF65-F5344CB8AC3E}">
        <p14:creationId xmlns:p14="http://schemas.microsoft.com/office/powerpoint/2010/main" val="2986213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154C-23E4-0E32-8943-2E5AF3EB0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21090-9B62-9146-EF11-999357809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0739A-0AFF-0540-E340-02C2A23CA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579"/>
            <a:ext cx="12192000" cy="625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9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D12C-BB6F-DA78-51BC-FE8B1F0A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Home Page - Interactive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B9663-2A5B-C482-E772-65D0F1075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/>
              <a:t>JAVASCRIPT FUNCTIONS:</a:t>
            </a:r>
          </a:p>
          <a:p>
            <a:endParaRPr lang="en-IN"/>
          </a:p>
          <a:p>
            <a:r>
              <a:rPr lang="en-IN"/>
              <a:t>1. Page Load Alert - Welcome message on load</a:t>
            </a:r>
          </a:p>
          <a:p>
            <a:r>
              <a:rPr lang="en-IN"/>
              <a:t>2. showDiscount() - Prompt for product, shows 10% offer</a:t>
            </a:r>
          </a:p>
          <a:p>
            <a:r>
              <a:rPr lang="en-IN"/>
              <a:t>3. Hover Overlay - Image overlay on product hover</a:t>
            </a:r>
          </a:p>
          <a:p>
            <a:endParaRPr lang="en-IN"/>
          </a:p>
          <a:p>
            <a:r>
              <a:rPr lang="en-IN"/>
              <a:t>CODE EXAMPLE:</a:t>
            </a:r>
          </a:p>
          <a:p>
            <a:r>
              <a:rPr lang="en-IN"/>
              <a:t>function showDiscount() {</a:t>
            </a:r>
          </a:p>
          <a:p>
            <a:r>
              <a:rPr lang="en-IN"/>
              <a:t>    let itemName = prompt('Enter product name:');</a:t>
            </a:r>
          </a:p>
          <a:p>
            <a:r>
              <a:rPr lang="en-IN"/>
              <a:t>    if (itemName) {</a:t>
            </a:r>
          </a:p>
          <a:p>
            <a:r>
              <a:rPr lang="en-IN"/>
              <a:t>        alert('Special Offer: Get 10% off!');</a:t>
            </a:r>
          </a:p>
          <a:p>
            <a:r>
              <a:rPr lang="en-IN"/>
              <a:t>    }</a:t>
            </a:r>
          </a:p>
          <a:p>
            <a:r>
              <a:rPr lang="en-IN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146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9E99-AAEB-37B9-A6D1-A5B8F3CC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About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19D58-CFFF-DDF3-96BD-7B4E3C91A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Company Information &amp; Delivery Schedule</a:t>
            </a:r>
          </a:p>
          <a:p>
            <a:endParaRPr lang="en-US" dirty="0"/>
          </a:p>
          <a:p>
            <a:r>
              <a:rPr lang="en-US" dirty="0"/>
              <a:t>COMPANY MISSION:</a:t>
            </a:r>
          </a:p>
          <a:p>
            <a:r>
              <a:rPr lang="en-US" dirty="0"/>
              <a:t>'We are dedicated to providing high-quality furniture for your home and office. Our mission is to blend comfort with modern design.'</a:t>
            </a:r>
          </a:p>
          <a:p>
            <a:endParaRPr lang="en-US" dirty="0"/>
          </a:p>
          <a:p>
            <a:r>
              <a:rPr lang="en-US" dirty="0"/>
              <a:t>DELIVERY SCHEDULE:</a:t>
            </a:r>
          </a:p>
          <a:p>
            <a:r>
              <a:rPr lang="en-US" dirty="0"/>
              <a:t>Monday           North Zone       Active</a:t>
            </a:r>
          </a:p>
          <a:p>
            <a:r>
              <a:rPr lang="en-US" dirty="0"/>
              <a:t>Wednesday   South Zone       Active</a:t>
            </a:r>
          </a:p>
          <a:p>
            <a:r>
              <a:rPr lang="en-US" dirty="0"/>
              <a:t>Friday                West Zone        Active</a:t>
            </a:r>
          </a:p>
        </p:txBody>
      </p:sp>
    </p:spTree>
    <p:extLst>
      <p:ext uri="{BB962C8B-B14F-4D97-AF65-F5344CB8AC3E}">
        <p14:creationId xmlns:p14="http://schemas.microsoft.com/office/powerpoint/2010/main" val="149065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F383-3DC9-ADA5-FD77-6D83D6BEE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7832"/>
            <a:ext cx="10515600" cy="1325563"/>
          </a:xfrm>
        </p:spPr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8916A-36A4-5CC3-CF8C-79CDFD16B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B3EC3-6B2F-C6EE-3DAC-A3636B79D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7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7FB0-038C-6F04-7D44-64751C27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Contact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5478D-87B6-A5AA-7BD9-B41F6DF0A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User Inquiry Form</a:t>
            </a:r>
          </a:p>
          <a:p>
            <a:endParaRPr lang="en-IN" dirty="0"/>
          </a:p>
          <a:p>
            <a:r>
              <a:rPr lang="en-IN" dirty="0"/>
              <a:t>FORM FIELDS:</a:t>
            </a:r>
          </a:p>
          <a:p>
            <a:r>
              <a:rPr lang="en-IN" dirty="0"/>
              <a:t>Full Name (Text)</a:t>
            </a:r>
          </a:p>
          <a:p>
            <a:r>
              <a:rPr lang="en-IN" dirty="0"/>
              <a:t>Email Address (Email)</a:t>
            </a:r>
          </a:p>
          <a:p>
            <a:r>
              <a:rPr lang="en-IN" dirty="0"/>
              <a:t>Phone Number (Tel)</a:t>
            </a:r>
          </a:p>
          <a:p>
            <a:r>
              <a:rPr lang="en-IN" dirty="0"/>
              <a:t>Message (</a:t>
            </a:r>
            <a:r>
              <a:rPr lang="en-IN" dirty="0" err="1"/>
              <a:t>Textarea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JAVASCRIPT CONFIRMATION:</a:t>
            </a:r>
          </a:p>
          <a:p>
            <a:r>
              <a:rPr lang="en-IN" dirty="0"/>
              <a:t>function </a:t>
            </a:r>
            <a:r>
              <a:rPr lang="en-IN" dirty="0" err="1"/>
              <a:t>confirmSubmission</a:t>
            </a:r>
            <a:r>
              <a:rPr lang="en-IN" dirty="0"/>
              <a:t>() {</a:t>
            </a:r>
          </a:p>
          <a:p>
            <a:r>
              <a:rPr lang="en-IN" dirty="0"/>
              <a:t>    if (confirm('Send this message?')) {</a:t>
            </a:r>
          </a:p>
          <a:p>
            <a:r>
              <a:rPr lang="en-IN" dirty="0"/>
              <a:t>        alert('Message Sent!'); return true;</a:t>
            </a:r>
          </a:p>
          <a:p>
            <a:r>
              <a:rPr lang="en-IN" dirty="0"/>
              <a:t>    } return false;</a:t>
            </a:r>
          </a:p>
          <a:p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53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134E-B50A-D5B1-84C2-58530E94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249B2-BFC3-CF27-6975-3DD910B95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852C72-BA60-CAE7-988F-4F59688D9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32"/>
            <a:ext cx="12192000" cy="723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2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DD6E-7EBD-F40F-BEA6-B164B4A1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Login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17C98-CEBA-3DD5-2F4F-871A9C7A2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User Authentication</a:t>
            </a:r>
          </a:p>
          <a:p>
            <a:endParaRPr lang="en-IN" dirty="0"/>
          </a:p>
          <a:p>
            <a:r>
              <a:rPr lang="en-IN" dirty="0"/>
              <a:t>LOGIN FORM:</a:t>
            </a:r>
          </a:p>
          <a:p>
            <a:r>
              <a:rPr lang="en-IN" dirty="0"/>
              <a:t>Username (Text)</a:t>
            </a:r>
          </a:p>
          <a:p>
            <a:r>
              <a:rPr lang="en-IN" dirty="0"/>
              <a:t>Password (Password)</a:t>
            </a:r>
          </a:p>
          <a:p>
            <a:endParaRPr lang="en-IN" dirty="0"/>
          </a:p>
          <a:p>
            <a:r>
              <a:rPr lang="en-IN" dirty="0"/>
              <a:t>FEATURES:</a:t>
            </a:r>
          </a:p>
          <a:p>
            <a:r>
              <a:rPr lang="en-IN" dirty="0"/>
              <a:t>Form submits to Home page upon successful login</a:t>
            </a:r>
          </a:p>
          <a:p>
            <a:r>
              <a:rPr lang="en-IN" dirty="0"/>
              <a:t>Clean </a:t>
            </a:r>
            <a:r>
              <a:rPr lang="en-IN" dirty="0" err="1"/>
              <a:t>centered</a:t>
            </a:r>
            <a:r>
              <a:rPr lang="en-IN" dirty="0"/>
              <a:t> card layout for focused interaction</a:t>
            </a:r>
          </a:p>
          <a:p>
            <a:r>
              <a:rPr lang="en-IN" dirty="0"/>
              <a:t>Gateway to personalized content</a:t>
            </a:r>
          </a:p>
        </p:txBody>
      </p:sp>
    </p:spTree>
    <p:extLst>
      <p:ext uri="{BB962C8B-B14F-4D97-AF65-F5344CB8AC3E}">
        <p14:creationId xmlns:p14="http://schemas.microsoft.com/office/powerpoint/2010/main" val="3610107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C6CC-973A-E6B5-94BF-D6CD41B5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B2F59-95F3-FCD7-176A-A4AB2AF7B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A4E42-9ACE-42E1-9462-ED94FAFDE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6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30B8-11C2-C366-7D69-D94CAF0E9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Registration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6ED4B-9D2B-E103-F1A4-6D14A3E99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New User Account Creation</a:t>
            </a:r>
          </a:p>
          <a:p>
            <a:endParaRPr lang="en-IN" dirty="0"/>
          </a:p>
          <a:p>
            <a:r>
              <a:rPr lang="en-IN" dirty="0"/>
              <a:t>REGISTRATION FORM FIELDS:</a:t>
            </a:r>
          </a:p>
          <a:p>
            <a:r>
              <a:rPr lang="en-IN" dirty="0"/>
              <a:t>Full Name (Required)</a:t>
            </a:r>
          </a:p>
          <a:p>
            <a:r>
              <a:rPr lang="en-IN" dirty="0"/>
              <a:t>Email (Required)</a:t>
            </a:r>
          </a:p>
          <a:p>
            <a:r>
              <a:rPr lang="en-IN" dirty="0"/>
              <a:t>Username (Required)</a:t>
            </a:r>
          </a:p>
          <a:p>
            <a:r>
              <a:rPr lang="en-IN" dirty="0"/>
              <a:t>Password (Required)</a:t>
            </a:r>
          </a:p>
          <a:p>
            <a:r>
              <a:rPr lang="en-IN" dirty="0"/>
              <a:t>Confirm Password (Required)</a:t>
            </a:r>
          </a:p>
          <a:p>
            <a:r>
              <a:rPr lang="en-IN" dirty="0"/>
              <a:t>Phone Number (Optional)</a:t>
            </a:r>
          </a:p>
          <a:p>
            <a:r>
              <a:rPr lang="en-IN" dirty="0"/>
              <a:t>Terms &amp; Conditions (Required Checkbox)</a:t>
            </a:r>
          </a:p>
          <a:p>
            <a:endParaRPr lang="en-IN" dirty="0"/>
          </a:p>
          <a:p>
            <a:r>
              <a:rPr lang="en-IN" dirty="0"/>
              <a:t>USER FLOW: Registration - Agree to Terms - Redirect to Login Page</a:t>
            </a:r>
          </a:p>
          <a:p>
            <a:endParaRPr lang="en-IN" dirty="0"/>
          </a:p>
          <a:p>
            <a:r>
              <a:rPr lang="en-IN" dirty="0"/>
              <a:t>[SCREENSHOT: Insert register.html here]</a:t>
            </a:r>
          </a:p>
        </p:txBody>
      </p:sp>
    </p:spTree>
    <p:extLst>
      <p:ext uri="{BB962C8B-B14F-4D97-AF65-F5344CB8AC3E}">
        <p14:creationId xmlns:p14="http://schemas.microsoft.com/office/powerpoint/2010/main" val="4054687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BB20-6251-EABC-3BD4-CE5C7E30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75082-79BE-3692-8E1B-FB211353F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515E6-63B7-FF50-F7A9-B36B74A77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71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26D1-2668-BBBC-27B3-D6E0B44C4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Key JavaScript Functionalities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4BFF7-12E6-EEFE-4A7F-ED9E2AD23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Function | Purpose | Trigger</a:t>
            </a:r>
          </a:p>
          <a:p>
            <a:r>
              <a:rPr lang="en-IN" dirty="0" err="1"/>
              <a:t>window.onload</a:t>
            </a:r>
            <a:r>
              <a:rPr lang="en-IN" dirty="0"/>
              <a:t>  | Welcome alert | Page loads</a:t>
            </a:r>
          </a:p>
          <a:p>
            <a:r>
              <a:rPr lang="en-IN" dirty="0" err="1"/>
              <a:t>showDiscount</a:t>
            </a:r>
            <a:r>
              <a:rPr lang="en-IN" dirty="0"/>
              <a:t>() | Display product offer | Button click</a:t>
            </a:r>
          </a:p>
          <a:p>
            <a:r>
              <a:rPr lang="en-IN" dirty="0" err="1"/>
              <a:t>confirmSubmission</a:t>
            </a:r>
            <a:r>
              <a:rPr lang="en-IN" dirty="0"/>
              <a:t>() | Verify form submission | Form submit</a:t>
            </a:r>
          </a:p>
          <a:p>
            <a:r>
              <a:rPr lang="en-IN" dirty="0"/>
              <a:t>Hover Effect | Show image overlay | Mouse hover</a:t>
            </a:r>
          </a:p>
          <a:p>
            <a:endParaRPr lang="en-IN" dirty="0"/>
          </a:p>
          <a:p>
            <a:r>
              <a:rPr lang="en-IN" dirty="0"/>
              <a:t>JAVASCRIPT SUMMARY:</a:t>
            </a:r>
          </a:p>
          <a:p>
            <a:r>
              <a:rPr lang="en-IN" dirty="0"/>
              <a:t>alert() - Provides feedback to user</a:t>
            </a:r>
          </a:p>
          <a:p>
            <a:r>
              <a:rPr lang="en-IN" dirty="0"/>
              <a:t>prompt() - Gets user input for discount</a:t>
            </a:r>
          </a:p>
          <a:p>
            <a:r>
              <a:rPr lang="en-IN" dirty="0"/>
              <a:t>confirm() - Validates form submission</a:t>
            </a:r>
          </a:p>
        </p:txBody>
      </p:sp>
    </p:spTree>
    <p:extLst>
      <p:ext uri="{BB962C8B-B14F-4D97-AF65-F5344CB8AC3E}">
        <p14:creationId xmlns:p14="http://schemas.microsoft.com/office/powerpoint/2010/main" val="791999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D40B-D792-5F84-784C-CC9FC3EF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Responsive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018C2-7DC2-0917-221E-EE8B14DE6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Desktop - Tablet – Mobile</a:t>
            </a:r>
          </a:p>
          <a:p>
            <a:pPr marL="0" indent="0">
              <a:buNone/>
            </a:pPr>
            <a:endParaRPr lang="en-IN" sz="5900" dirty="0"/>
          </a:p>
          <a:p>
            <a:pPr marL="0" indent="0">
              <a:buNone/>
            </a:pPr>
            <a:r>
              <a:rPr lang="en-IN" sz="5900" dirty="0">
                <a:latin typeface="Aparajita" panose="02020603050405020304" pitchFamily="18" charset="0"/>
                <a:cs typeface="Aparajita" panose="02020603050405020304" pitchFamily="18" charset="0"/>
              </a:rPr>
              <a:t>RESPONSIVE BEHAVIOR</a:t>
            </a:r>
            <a:r>
              <a:rPr lang="en-IN" sz="5900" dirty="0"/>
              <a:t>:</a:t>
            </a:r>
          </a:p>
          <a:p>
            <a:r>
              <a:rPr lang="en-IN" dirty="0"/>
              <a:t>Desktop (&gt;992px)  ( 3-4 columns )</a:t>
            </a:r>
          </a:p>
          <a:p>
            <a:r>
              <a:rPr lang="en-IN" dirty="0"/>
              <a:t>Tablet (768-991px) ( 2 columns )</a:t>
            </a:r>
          </a:p>
          <a:p>
            <a:r>
              <a:rPr lang="en-IN" dirty="0"/>
              <a:t>Mobile (&lt;768px)  ( 1 column )</a:t>
            </a:r>
          </a:p>
          <a:p>
            <a:endParaRPr lang="en-IN" dirty="0"/>
          </a:p>
          <a:p>
            <a:r>
              <a:rPr lang="en-IN" dirty="0"/>
              <a:t>MEDIA QUERY EXAMPLE:</a:t>
            </a:r>
          </a:p>
          <a:p>
            <a:r>
              <a:rPr lang="en-IN" dirty="0"/>
              <a:t>@media (max-width: 768px) {</a:t>
            </a:r>
          </a:p>
          <a:p>
            <a:r>
              <a:rPr lang="en-IN" dirty="0"/>
              <a:t>    .product-grid {</a:t>
            </a:r>
          </a:p>
          <a:p>
            <a:r>
              <a:rPr lang="en-IN" dirty="0"/>
              <a:t>        flex-direction: column;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[SCREENSHOT: Insert responsive comparison here]</a:t>
            </a:r>
          </a:p>
        </p:txBody>
      </p:sp>
    </p:spTree>
    <p:extLst>
      <p:ext uri="{BB962C8B-B14F-4D97-AF65-F5344CB8AC3E}">
        <p14:creationId xmlns:p14="http://schemas.microsoft.com/office/powerpoint/2010/main" val="2088879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0246E9-F758-7BBE-61E9-7B118C5C5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017" y="0"/>
            <a:ext cx="56239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03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24A1-36D7-03DD-3BC8-5E68FB32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Project File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86BD3-6674-6B0C-FB3C-4AA6D54E8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4100" dirty="0">
                <a:latin typeface="Aparajita" panose="02020603050405020304" pitchFamily="18" charset="0"/>
                <a:cs typeface="Aparajita" panose="02020603050405020304" pitchFamily="18" charset="0"/>
              </a:rPr>
              <a:t>File Name </a:t>
            </a:r>
            <a:r>
              <a:rPr lang="en-IN" dirty="0"/>
              <a:t>	:	</a:t>
            </a:r>
            <a:r>
              <a:rPr lang="en-IN" sz="4100" dirty="0">
                <a:latin typeface="Aparajita" panose="02020603050405020304" pitchFamily="18" charset="0"/>
                <a:cs typeface="Aparajita" panose="02020603050405020304" pitchFamily="18" charset="0"/>
              </a:rPr>
              <a:t>Purpose</a:t>
            </a:r>
            <a:endParaRPr lang="en-IN" sz="3600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0" indent="0">
              <a:buNone/>
            </a:pPr>
            <a:r>
              <a:rPr lang="en-IN" dirty="0"/>
              <a:t>index.html       : 	Home page with product showcase</a:t>
            </a:r>
          </a:p>
          <a:p>
            <a:pPr marL="0" indent="0">
              <a:buNone/>
            </a:pPr>
            <a:r>
              <a:rPr lang="en-IN" dirty="0"/>
              <a:t>about.html      : 	Company info &amp; delivery schedule</a:t>
            </a:r>
          </a:p>
          <a:p>
            <a:pPr marL="0" indent="0">
              <a:buNone/>
            </a:pPr>
            <a:r>
              <a:rPr lang="en-IN" dirty="0"/>
              <a:t>contact.html  : 	Contact form with confirmation</a:t>
            </a:r>
          </a:p>
          <a:p>
            <a:pPr marL="0" indent="0">
              <a:buNone/>
            </a:pPr>
            <a:r>
              <a:rPr lang="en-IN" dirty="0"/>
              <a:t>login.html        :	User login interface</a:t>
            </a:r>
          </a:p>
          <a:p>
            <a:pPr marL="0" indent="0">
              <a:buNone/>
            </a:pPr>
            <a:r>
              <a:rPr lang="en-IN" dirty="0"/>
              <a:t>register.html   : 	New user registration</a:t>
            </a:r>
          </a:p>
          <a:p>
            <a:pPr marL="0" indent="0">
              <a:buNone/>
            </a:pPr>
            <a:r>
              <a:rPr lang="en-IN" dirty="0"/>
              <a:t>style.css           : 	Custom styling &amp; responsive rules</a:t>
            </a:r>
          </a:p>
          <a:p>
            <a:pPr marL="0" indent="0">
              <a:buNone/>
            </a:pPr>
            <a:r>
              <a:rPr lang="en-IN" dirty="0"/>
              <a:t>script.js            : 	JavaScript functions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dirty="0">
                <a:latin typeface="Aparajita" panose="02020603050405020304" pitchFamily="18" charset="0"/>
                <a:cs typeface="Aparajita" panose="02020603050405020304" pitchFamily="18" charset="0"/>
              </a:rPr>
              <a:t>EXTERNAL DEPENDENCIES</a:t>
            </a:r>
            <a:r>
              <a:rPr lang="en-IN" sz="3800" dirty="0">
                <a:latin typeface="Aparajita" panose="02020603050405020304" pitchFamily="18" charset="0"/>
                <a:cs typeface="Aparajita" panose="02020603050405020304" pitchFamily="18" charset="0"/>
              </a:rPr>
              <a:t>: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IN" dirty="0"/>
              <a:t>Bootstrap 4.5 | jQuery 3.5.1 | Popper.js | Google Fonts</a:t>
            </a:r>
          </a:p>
        </p:txBody>
      </p:sp>
    </p:spTree>
    <p:extLst>
      <p:ext uri="{BB962C8B-B14F-4D97-AF65-F5344CB8AC3E}">
        <p14:creationId xmlns:p14="http://schemas.microsoft.com/office/powerpoint/2010/main" val="3484882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84A-87E8-6CCF-84A4-78FD85BA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Project Achievements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FF2CD-5975-1A23-45DE-95B1B946C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600" dirty="0">
                <a:latin typeface="Aparajita" panose="02020603050405020304" pitchFamily="18" charset="0"/>
                <a:cs typeface="Aparajita" panose="02020603050405020304" pitchFamily="18" charset="0"/>
              </a:rPr>
              <a:t>COMPLETE WEBSITE STRUCTURE</a:t>
            </a:r>
          </a:p>
          <a:p>
            <a:r>
              <a:rPr lang="en-IN" dirty="0"/>
              <a:t>Multi-page, fully functional website with consistent navigation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4400" dirty="0">
                <a:latin typeface="Aparajita" panose="02020603050405020304" pitchFamily="18" charset="0"/>
                <a:cs typeface="Aparajita" panose="02020603050405020304" pitchFamily="18" charset="0"/>
              </a:rPr>
              <a:t>USER INTERFACE DESIGN</a:t>
            </a:r>
          </a:p>
          <a:p>
            <a:r>
              <a:rPr lang="en-IN" dirty="0"/>
              <a:t>Clean, professional interface using Bootstrap and custom CSS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600" dirty="0">
                <a:latin typeface="Aparajita" panose="02020603050405020304" pitchFamily="18" charset="0"/>
                <a:cs typeface="Aparajita" panose="02020603050405020304" pitchFamily="18" charset="0"/>
              </a:rPr>
              <a:t>INTERACTIVE FEATURES</a:t>
            </a:r>
          </a:p>
          <a:p>
            <a:r>
              <a:rPr lang="en-IN" dirty="0"/>
              <a:t>Alerts, prompts, and confirmation dialogs for user engagement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600" dirty="0">
                <a:latin typeface="Aparajita" panose="02020603050405020304" pitchFamily="18" charset="0"/>
                <a:cs typeface="Aparajita" panose="02020603050405020304" pitchFamily="18" charset="0"/>
              </a:rPr>
              <a:t>RESPONSIVE LAYOUT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IN" dirty="0"/>
              <a:t>Optimized display on all devices using Bootstrap grid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600" dirty="0">
                <a:latin typeface="Aparajita" panose="02020603050405020304" pitchFamily="18" charset="0"/>
                <a:cs typeface="Aparajita" panose="02020603050405020304" pitchFamily="18" charset="0"/>
              </a:rPr>
              <a:t>FORM IMPLEMENTATION</a:t>
            </a:r>
          </a:p>
          <a:p>
            <a:r>
              <a:rPr lang="en-IN" dirty="0"/>
              <a:t>Functional forms for contact, login, and registration</a:t>
            </a:r>
          </a:p>
        </p:txBody>
      </p:sp>
    </p:spTree>
    <p:extLst>
      <p:ext uri="{BB962C8B-B14F-4D97-AF65-F5344CB8AC3E}">
        <p14:creationId xmlns:p14="http://schemas.microsoft.com/office/powerpoint/2010/main" val="1024217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0646-28CF-AE7D-6F71-14FA303D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pperplate Gothic Light" panose="020E0507020206020404" pitchFamily="34" charset="0"/>
              </a:rPr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133E2-402F-6DE2-9020-6D482F628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1. SHOPPING CART</a:t>
            </a:r>
          </a:p>
          <a:p>
            <a:r>
              <a:rPr lang="en-US" dirty="0"/>
              <a:t>   Add cart functionality with add/remove items and checkout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2. BACKEND INTEGRATION</a:t>
            </a:r>
          </a:p>
          <a:p>
            <a:r>
              <a:rPr lang="en-US" dirty="0"/>
              <a:t>   Connect forms to server for real authentication and database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3. EMAIL FUNCTIONALITY</a:t>
            </a:r>
          </a:p>
          <a:p>
            <a:r>
              <a:rPr lang="en-US" dirty="0"/>
              <a:t>   Configure contact form to send actual emails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4. PRODUCT DATABASE</a:t>
            </a:r>
          </a:p>
          <a:p>
            <a:r>
              <a:rPr lang="en-US" dirty="0"/>
              <a:t>   Implement dynamic product loading from database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5. USER PROFILES</a:t>
            </a:r>
          </a:p>
          <a:p>
            <a:r>
              <a:rPr lang="en-US" dirty="0"/>
              <a:t>   Create personalized user dashboard with order history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698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13D5-9403-0E66-6CF1-35ED997B26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9600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6E917-08FC-BA92-A25B-384D30368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IN" sz="1800" dirty="0"/>
              <a:t>Presented by:</a:t>
            </a:r>
          </a:p>
          <a:p>
            <a:r>
              <a:rPr lang="en-IN" sz="1800" dirty="0"/>
              <a:t>Dhruv Panchal | Dev Patel | Devansh Makwana</a:t>
            </a:r>
          </a:p>
          <a:p>
            <a:r>
              <a:rPr lang="en-IN" sz="1800" dirty="0"/>
              <a:t>Comfort Furniture</a:t>
            </a:r>
          </a:p>
          <a:p>
            <a:r>
              <a:rPr lang="en-IN" dirty="0"/>
              <a:t>© </a:t>
            </a:r>
            <a:r>
              <a:rPr lang="en-IN" sz="2000" dirty="0"/>
              <a:t>2026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7862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787</Words>
  <Application>Microsoft Office PowerPoint</Application>
  <PresentationFormat>Widescreen</PresentationFormat>
  <Paragraphs>167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Aparajita</vt:lpstr>
      <vt:lpstr>Aptos</vt:lpstr>
      <vt:lpstr>Aptos Display</vt:lpstr>
      <vt:lpstr>Arial</vt:lpstr>
      <vt:lpstr>Copperplate Gothic Light</vt:lpstr>
      <vt:lpstr>Office Theme</vt:lpstr>
      <vt:lpstr>Comfort Furniture Website</vt:lpstr>
      <vt:lpstr>Project Overview</vt:lpstr>
      <vt:lpstr>Home Page</vt:lpstr>
      <vt:lpstr>PowerPoint Presentation</vt:lpstr>
      <vt:lpstr>Home Page - Interactive Features</vt:lpstr>
      <vt:lpstr>About Page</vt:lpstr>
      <vt:lpstr>PowerPoint Presentation</vt:lpstr>
      <vt:lpstr>Contact Page</vt:lpstr>
      <vt:lpstr>PowerPoint Presentation</vt:lpstr>
      <vt:lpstr>Login Page</vt:lpstr>
      <vt:lpstr>PowerPoint Presentation</vt:lpstr>
      <vt:lpstr>Registration Page</vt:lpstr>
      <vt:lpstr>PowerPoint Presentation</vt:lpstr>
      <vt:lpstr>Key JavaScript Functionalities</vt:lpstr>
      <vt:lpstr>Responsive Design</vt:lpstr>
      <vt:lpstr>PowerPoint Presentation</vt:lpstr>
      <vt:lpstr>Project File Structure</vt:lpstr>
      <vt:lpstr>Project Achievements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Dʜʀᴜᴠ Pᴀɴᴄʜᴀʟ</dc:creator>
  <cp:lastModifiedBy>Dʜʀᴜᴠ Pᴀɴᴄʜᴀʟ</cp:lastModifiedBy>
  <cp:revision>1</cp:revision>
  <dcterms:created xsi:type="dcterms:W3CDTF">2026-04-01T05:24:00Z</dcterms:created>
  <dcterms:modified xsi:type="dcterms:W3CDTF">2026-04-01T05:49:11Z</dcterms:modified>
</cp:coreProperties>
</file>